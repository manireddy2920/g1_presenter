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I will demonstrate visitor detection, display selection and a narrated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camera detects a visitor. I select an available configured display, open PowerPoint, and narrate the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display computer runs PowerPoint and sends speech to the television speakers. The robot supplies a configured greeting gesture. Thank you for visiting.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the engineering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humanoid presentation host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this presentation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Camera detects a visitor</a:t>
            </a:r>
          </a:p>
          <a:p>
            <a:r>
              <a:t>A configured display is selected</a:t>
            </a:r>
          </a:p>
          <a:p>
            <a:r>
              <a:t>PowerPoint starts and speech follows each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Robot and display working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PowerPoint on a Windows display PC</a:t>
            </a:r>
          </a:p>
          <a:p>
            <a:r>
              <a:t>Audio through the TV speakers</a:t>
            </a:r>
          </a:p>
          <a:p>
            <a:r>
              <a:t>G1 gestures through SDK2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